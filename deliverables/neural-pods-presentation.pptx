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BE9FD"/>
                </a:solidFill>
                <a:latin typeface="Aptos"/>
              </a:defRPr>
            </a:pPr>
            <a:r>
              <a:t>Neural Pods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Versioniertes internes Wissen für reale Sprachmodelle</a:t>
            </a:r>
            <a:br/>
            <a:br/>
            <a:r>
              <a:t>OriginKey → KnowledgeKey → GenerationKey</a:t>
            </a:r>
            <a:br/>
            <a:r>
              <a:t>→ Dragonfly → Pod/LoRA → Qwen3B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D93F9"/>
                </a:solidFill>
                <a:latin typeface="Aptos"/>
              </a:defRPr>
            </a:pPr>
            <a:r>
              <a:t>Das Problem mit reinem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Bei jeder Anfrage: Dokumente suchen, Kontext bauen, Präfix wiederholen.</a:t>
            </a:r>
            <a:br/>
            <a:br/>
            <a:r>
              <a:t>Bei Updates: Index, Cache und materialisierte Antworten müssen konsistent widerrufen werden.</a:t>
            </a:r>
            <a:br/>
            <a:br/>
            <a:r>
              <a:t>Frage → Retrieval → langer Kontext →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BE9FD"/>
                </a:solidFill>
                <a:latin typeface="Aptos"/>
              </a:defRPr>
            </a:pPr>
            <a:r>
              <a:t>Die Pod-Idee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Quelle</a:t>
            </a:r>
            <a:br/>
            <a:r>
              <a:t>  │ OriginKey</a:t>
            </a:r>
            <a:br/>
            <a:r>
              <a:t>  ▼</a:t>
            </a:r>
            <a:br/>
            <a:r>
              <a:t>Kanonisches Wissen</a:t>
            </a:r>
            <a:br/>
            <a:r>
              <a:t>  ├─ KnowledgeKey / GenerationKey</a:t>
            </a:r>
            <a:br/>
            <a:r>
              <a:t>  ├─ Provenienz-DAG</a:t>
            </a:r>
            <a:br/>
            <a:r>
              <a:t>  ├─ Embedding + BM25-Adresse</a:t>
            </a:r>
            <a:br/>
            <a:r>
              <a:t>  └─ generation-bound neural payload</a:t>
            </a:r>
            <a:br/>
            <a:r>
              <a:t>             ▼</a:t>
            </a:r>
            <a:br/>
            <a:r>
              <a:t>          Qwen3B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D93F9"/>
                </a:solidFill>
                <a:latin typeface="Aptos"/>
              </a:defRPr>
            </a:pPr>
            <a:r>
              <a:t>Ein gemeinsamer Lebenszyklus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K:g7 ──► Pod:A91 ──► Cache:C144</a:t>
            </a:r>
            <a:br/>
            <a:r>
              <a:t>  │</a:t>
            </a:r>
            <a:br/>
            <a:r>
              <a:t>  └─ revoke</a:t>
            </a:r>
            <a:br/>
            <a:r>
              <a:t>       ↓</a:t>
            </a:r>
            <a:br/>
            <a:r>
              <a:t>K:g8 ──► Pod:A92</a:t>
            </a:r>
            <a:br/>
            <a:br/>
            <a:r>
              <a:t>Aliases zeigen auf dieselbe semantische Identität. Revocation propagiert über abgeleitete Artefakte.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BE9FD"/>
                </a:solidFill>
                <a:latin typeface="Aptos"/>
              </a:defRPr>
            </a:pPr>
            <a:r>
              <a:t>Was ist implementiert?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Semantik: Pod-Typen, Domain, Rollen, Intent, Entitäten, Alias-Familien</a:t>
            </a:r>
            <a:br/>
            <a:br/>
            <a:r>
              <a:t>Retrieval: lokale Native Embeddings, ANN/kNN-ähnliche Suche, BM25, Filter, RRF</a:t>
            </a:r>
            <a:br/>
            <a:br/>
            <a:r>
              <a:t>Neural: Dragonfly-Router und generation-bound Qwen3B-LoRA</a:t>
            </a:r>
            <a:br/>
            <a:br/>
            <a:r>
              <a:t>Lifecycle: Origin, Generation, ACL, Branching, Revocation, Commit-Barrier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50FA7B"/>
                </a:solidFill>
                <a:latin typeface="Aptos"/>
              </a:defRPr>
            </a:pPr>
            <a:r>
              <a:t>Reales Qwen3B-Messergebnis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Kompakter Pod-Kontext: 61 Eingabetoken · 190,9 ms pro Batch (4)</a:t>
            </a:r>
            <a:br/>
            <a:br/>
            <a:r>
              <a:t>Längerer RAG-Kontext: 303 Eingabetoken · 412,5 ms pro Batch (4)</a:t>
            </a:r>
            <a:br/>
            <a:br/>
            <a:r>
              <a:t>→ 2,16× niedrigere Pod-Latenz</a:t>
            </a:r>
            <a:br/>
            <a:r>
              <a:t>→ Beide Pfade liefern im Fixture exakt „18 days“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50FA7B"/>
                </a:solidFill>
                <a:latin typeface="Aptos"/>
              </a:defRPr>
            </a:pPr>
            <a:r>
              <a:t>Weitere Messwerte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23,9 Token/s · Qwen3B auf RTX 3090</a:t>
            </a:r>
            <a:br/>
            <a:r>
              <a:t>9,48 ms p50 · lokale Suche bei 2.000 Rows</a:t>
            </a:r>
            <a:br/>
            <a:r>
              <a:t>434× · inkrementelles R211b-Update</a:t>
            </a:r>
            <a:br/>
            <a:r>
              <a:t>20/20 · Projekt-Gate-Checks bestanden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D93F9"/>
                </a:solidFill>
                <a:latin typeface="Aptos"/>
              </a:defRPr>
            </a:pPr>
            <a:r>
              <a:t>Was der Nachweis bedeutet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Die Architektur läuft auf einem echten Qwen3B-Modell.</a:t>
            </a:r>
            <a:br/>
            <a:br/>
            <a:r>
              <a:t>Provenienz und Generation sind ausführbar und widerrufbar.</a:t>
            </a:r>
            <a:br/>
            <a:br/>
            <a:r>
              <a:t>Der kompakte Pod-Pfad reduziert Prefill-Last im kontrollierten Vergleich.</a:t>
            </a:r>
            <a:br/>
            <a:br/>
            <a:r>
              <a:t>Die lokale Search-Baseline ist noch kein 100B-ANN-System.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BE9FD"/>
                </a:solidFill>
                <a:latin typeface="Aptos"/>
              </a:defRPr>
            </a:pPr>
            <a:r>
              <a:t>Nächster wissenschaftlicher Schritt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EF2FF"/>
                </a:solidFill>
                <a:latin typeface="Aptos"/>
              </a:defRPr>
            </a:pPr>
            <a:r>
              <a:t>100–1.000 mutable facts</a:t>
            </a:r>
            <a:br/>
            <a:r>
              <a:t>Pod-LoRA vs. optimized RAG vs. hybrid</a:t>
            </a:r>
            <a:br/>
            <a:r>
              <a:t>→ paraphrase · multi-hop · update · revoke</a:t>
            </a:r>
            <a:br/>
            <a:r>
              <a:t>→ accuracy · latency · VRAM · QPS</a:t>
            </a:r>
            <a:br/>
            <a:br/>
            <a:r>
              <a:t>Die Hypothese ist testbar: weniger Kontext bei kontrollierbarerem Lebenszyklus.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D0"/>
                </a:solidFill>
                <a:latin typeface="Aptos"/>
              </a:defRPr>
            </a:pPr>
            <a:r>
              <a:t>Neural Pods · lokaler Forschungsprototyp · 16.09.2026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